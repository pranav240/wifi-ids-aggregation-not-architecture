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[morning/afternoon]. I'm Pranav, presenting joint work with Prof. Rajasekar Mohan, PES University. Our paper is 'Aggregation, Not Architecture' — that title IS the punchline. We set out to build a better Transformer for Wi-Fi intrusion detection. What we found instead is more interesting than what we set out to prove. [~30s]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Wi-Fi networks face deauth floods, evil twin APs, botnet traffic, and more. Classical ML classifies each packet in isolation. Recent work assumes Transformers/attention over packet sequences captures more. We test that assumption directly on AWID3, 13 attack categories. Pipeline: 254 raw features reduced to 18, 12,377 windows built. [~1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Classical baselines see ONE packet, 18 features. Transformers see a TEN-packet window, 180 features — not a fair fight. Any advantage could come from 10x more information, not smarter architecture. This confound is exactly what our ablations were built to isolate. [~1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from raw AWID3 (not pre-balanced). 18 features via documented selection. Ten-packet windows grouped by device session — no mixing unrelated traffic. KEY POINT: test noise is NOT the same as train noise — stronger, different missing rate, plus a sign-flip corruption never seen in training. If train/test noise match, you measure memorization, not robustness. [~1.5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2-3 sec before speaking, let the chart register. Clean conditions: everyone above 99%, no real difference. Under noise: single-packet baselines collapse to 68-79%, windowed Transformer holds at ~95%. Read alone this says 'use a Transformer.' That's what we set out to publish. [~1.5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title — this is the turn in the talk. That comparison was confounded. Re-run giving everyone the same 10-packet window: Random Forest jumps to 97.7%, CNN to 95.2%. Transformer's advantage — gone. Random Forest is now the best model in the whole comparison. [~1.5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is the Transformer's edge about SEQUENCE/order, or just more data points? Direct test: shuffle packet order WITHIN each window, same packets same labels, order scrambled. Random Forest barely moves. Transformer — built specifically to learn position — gets BETTER with order destroyed. This is the moment we knew it wasn't sequence learning. [~1.5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Decompose it: single packet = 82% noisy accuracy. Just averaging the 10 packets (no extra detail) = 93% — 11 points from averaging alone. Keeping all 10 packets separately adds 5 more points — already shown order-independent. Story: aggregation drives robustness via noise-averaging; architecture processing it matters far less than assumed. [~1.5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context matters more than architecture. Random Forest with equal context beats tuned Transformer — more accurate, more stable across splits, far cheaper (seconds vs minutes + 30-trial search). Limitations, say plainly: noise is synthetic not calibrated to real interference; ARP opcode carries large importance share (possible protocol-ID shortcut); finding is specific to redundant consecutive-packet windows, not a blanket claim against sequence models. [~1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Happy to take questions — contacts on screen; Prof. Mohan is corresponding author for any follow-up after today. [~1 min incl. Q&amp;A buffer]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Aggregation, Not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Drives Noise Robustness in Wi-Fi Intrusion Detection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T N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Rajasekar Mohan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Engineering, PES University, Bengaluru, India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ICCSIT 2026  |  Paris, France  |  September 25–27,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Wi-Fi Attacks Need Detection That Generalizes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surface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93852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Deauth, evil twin, rogue AP, botnet, malware, spoofing — WLANs are exposed by design.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971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falls short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33558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Trees, Random Forests classify packets independently — no notion of context.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4389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assumed fix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77316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work adopts Transformers, assuming attention over packet sequences is what's needed.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0" y="1554480"/>
            <a:ext cx="4389120" cy="448056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1874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406640" y="249631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categories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AWID3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0" y="3291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254 → 18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06640" y="391363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features, reduced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documented selection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4709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12,377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406640" y="533095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windows,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session-aware, non-overlapping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Confound Hiding in Plain Sight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published comparisons…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4754880" cy="210312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 w="12700">
            <a:solidFill>
              <a:srgbClr val="5A6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94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Baselines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ONE packet at a 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features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583680" y="2011680"/>
            <a:ext cx="4754880" cy="2103120"/>
          </a:xfrm>
          <a:prstGeom prst="roundRect">
            <a:avLst>
              <a:gd name="adj" fmla="val 4348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194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66560" y="2651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 10-packet WINDOW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0" y="30632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features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577840" y="27889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performance gap could come from </a:t>
            </a:r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more information</a:t>
            </a:r>
            <a:pPr algn="ctr"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 smarter architecture.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5257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confound our ablations were designed to isolate.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Pipeline That Can't Cheat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7260" y="23774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37260" y="2514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AWID3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37260" y="32461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attack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68980" y="2377440"/>
            <a:ext cx="320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589020" y="23774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589020" y="2514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89020" y="32461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 → 18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20740" y="2377440"/>
            <a:ext cx="320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40780" y="23774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40780" y="2514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Session-Aware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40780" y="32461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packets,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72500" y="2377440"/>
            <a:ext cx="320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892540" y="23774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892540" y="2514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92540" y="32461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≠ 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fix: </a:t>
            </a:r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noise is deliberately different from training augmentation — higher magnitude, different missing rate, plus a sign-flip corruption never seen in training.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avoids the classic mistake: evaluating on noise the model has already memorized.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So Far: Context Looks Like It Wins</a:t>
            </a:r>
            <a:endParaRPr lang="en-US" sz="3000" dirty="0"/>
          </a:p>
        </p:txBody>
      </p:sp>
      <p:pic>
        <p:nvPicPr>
          <p:cNvPr id="3" name="Image 0" descr="/home/claude/pptx/fig1_primar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234440"/>
            <a:ext cx="7863840" cy="436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Single-packet baselines collapse under noise (68–79%). </a:t>
            </a:r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windowed Transformer holds at 94.9%.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Everyone the Same Context…</a:t>
            </a:r>
            <a:endParaRPr lang="en-US" sz="3000" dirty="0"/>
          </a:p>
        </p:txBody>
      </p:sp>
      <p:pic>
        <p:nvPicPr>
          <p:cNvPr id="3" name="Image 0" descr="/home/claude/pptx/fig2_context_equalized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234440"/>
            <a:ext cx="7863840" cy="436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reaches 97.7%. </a:t>
            </a:r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Transformer's advantage disappears entirely.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Packet Order Even Matter?</a:t>
            </a:r>
            <a:endParaRPr lang="en-US" sz="3000" dirty="0"/>
          </a:p>
        </p:txBody>
      </p:sp>
      <p:pic>
        <p:nvPicPr>
          <p:cNvPr id="3" name="Image 0" descr="/home/claude/pptx/fig5_shuffle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6949440" cy="4343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863840" y="1828800"/>
            <a:ext cx="3749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randomly shuffled packet order within each window.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barely moves.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Transformer: gets </a:t>
            </a:r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order destroyed.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built to learn sequence… doesn't need it.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Where Does the Robustness Come From?</a:t>
            </a:r>
            <a:endParaRPr lang="en-US" sz="3000" dirty="0"/>
          </a:p>
        </p:txBody>
      </p:sp>
      <p:pic>
        <p:nvPicPr>
          <p:cNvPr id="3" name="Image 0" descr="/home/claude/pptx/fig6_aggregation_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040880" cy="48406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955280" y="182880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 pts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averaging alone — same 18 features, just aggregated.</a:t>
            </a:r>
            <a:endParaRPr lang="en-US" sz="2600" dirty="0"/>
          </a:p>
          <a:p>
            <a:pPr indent="0" marL="0">
              <a:buNone/>
            </a:pPr>
            <a:r>
              <a:rPr lang="en-US" sz="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pts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retaining individual packets — order-independent, confirmed by the shuffle test.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Takeaway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matters more than architecture.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with equal context beats a tuned Transformer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more accurate, more stable across seeds and splits, and far cheaper to train.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106984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is synthetic — not calibrated to measured wireless interference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protocol shortcut may inflate clean accuracy (ARP opcode ≈ 43% importance)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apply to redundant, consecutive packet windows — not a general claim against sequence models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175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T 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thotapranav24@gmail.com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Rajasekar Mohan (Corresponding Author)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rajasekarmohan@pes.edu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ID: ZX1060  —  ICCSIT 2026, Paris  —  ACM Int'l Conference Proceedings Series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2026-09-04T11:17:25Z</dcterms:created>
  <dcterms:modified xsi:type="dcterms:W3CDTF">2026-09-04T11:17:25Z</dcterms:modified>
</cp:coreProperties>
</file>